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24 - 03 - 2026</a:t>
            </a:r>
            <a:endParaRPr lang="en-US" sz="3600" dirty="0"/>
          </a:p>
          <a:p>
            <a:pPr algn="ctr"/>
            <a:r>
              <a:rPr lang="en-US" sz="3600" dirty="0"/>
              <a:t>SUBSCRIBTION-BASED MEMBERSHIP ENGINE WITH TIERED LOGIC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R.BALAPOOJITHA – VTU24951– Reg.No.23UECS0863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Rahman-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: 9 –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Industry,Innovation,Infrastructure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791588" y="2186824"/>
            <a:ext cx="1559358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Many organizations use subscription models to provide services such as online learning, streaming, software access, and membership-based platforms.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traditional systems, membership details, subscription plans, and payment records are often managed manually or with basic tools.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Manual management may lead to errors, data duplication, difficulty in tracking subscription validity, and inefficient handling of user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a need for an automated system that can manage memberships accurately and reduce manual effort.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is important because it helps organizations manage different subscription levels using tiered logic such as Basic, Standard, and Premium plans.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has real-world relevance as many businesses rely on subscription-based services to improve customer engagement and revenue.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proposed system allows users to register, log in, select subscription plans, and access features based on their chosen membership level.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application uses full stack technologies to securely store user data, manage subscriptions efficiently, and provide a simple and user-friendly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608776" y="1485900"/>
            <a:ext cx="16145824" cy="1466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Many organizations manage membership and subscription details manually or using basic systems.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Manual handling of user data, plan selection, and payment tracking can lead to errors and inefficiency.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systems often lack proper automation for managing different subscription tiers and user access levels.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Difficulty in tracking subscription validity and renewal dates may result in poor user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Managing multiple membership plans without a structured system can cause data inconsistency and confusion.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Businesses require a reliable system to securely store and manage customer subscription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a need for a centralized platform that simplifies membership management using tiered logic.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Therefore, an automated Subscription-Based Membership Engine is required to improve efficiency, accuracy, and service quality.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57400" y="2324100"/>
            <a:ext cx="152790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design and develop</a:t>
            </a:r>
            <a:r>
              <a:rPr lang="en-US" sz="2800" dirty="0"/>
              <a:t> </a:t>
            </a:r>
            <a:r>
              <a:rPr lang="en-US" sz="2800" b="1" dirty="0"/>
              <a:t> : </a:t>
            </a:r>
            <a:r>
              <a:rPr lang="en-US" sz="2800" dirty="0"/>
              <a:t>A  full stack web-based Subscription-Based Membership Engine that allows users to register, log in, select tiered plans (Basic, Standard, Premium), and manage their membership details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implement and improve :</a:t>
            </a:r>
            <a:r>
              <a:rPr lang="en-US" sz="2800" dirty="0"/>
              <a:t> Automated tiered logic for controlling user access, managing subscription validity, and securely storing membership data to enhance accuracy, performance, and user experience.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49460" y="2095500"/>
            <a:ext cx="14563960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proposed system is a full stack web application that automates the management of subscription-based memberships.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allows users to register, log in, and select subscription plans such as Basic, Standard, and Premium based on their requirements.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tiered logic controls user access to features depending on the selected membership level.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securely stores user information, subscription details, and plan validity in a structured database.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reduces manual errors and improves efficiency by automating plan selection, renewal tracking, and data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application provides a user-friendly interface for both users and administrators to manage memberships easily.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Compared to traditional systems, it offers better accuracy, faster processing, and improved data organization.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is scalable, reliable, and can be extended to support various real-world subscription-based services.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656416" y="1146936"/>
            <a:ext cx="16402984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Input 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Registration information (name, email, password).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Login credentials.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Selection of subscription plan (Basic, Standard, Premium).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Payment details (if applicable).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Processing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Validating user details during registration and login.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Applying tiered logic to determine access level.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Managing subscription activation and renewal.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Ensuring secure communication between frontend and database.</a:t>
            </a: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Database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User account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Subscription plan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Payment records.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Access permissions based on tier level.</a:t>
            </a:r>
          </a:p>
          <a:p>
            <a:r>
              <a:rPr lang="en-US" sz="2800" b="1" dirty="0"/>
              <a:t>Output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Successful registration or login confirmation.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 of available subscription plans.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Reports or dashboard for admin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EA2B8-6A2E-603D-D635-A5C7CF51A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1400589"/>
            <a:ext cx="5307777" cy="6180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1981200" y="1562100"/>
            <a:ext cx="15171506" cy="1246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USER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[1. Register / Login]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[2. Select Subscription Plan]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[3. Payment Processing]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[4. Payment Verification]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[5. Update Subscription Tier]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[6. Store Data in Database]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[7. Access Control (Tier Logic)]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[8. Provide Services / Features]</a:t>
            </a:r>
          </a:p>
          <a:p>
            <a:r>
              <a:rPr lang="en-US" sz="2000" dirty="0"/>
              <a:t> │</a:t>
            </a:r>
          </a:p>
          <a:p>
            <a:r>
              <a:rPr lang="en-US" sz="2000" dirty="0"/>
              <a:t> ▼</a:t>
            </a:r>
          </a:p>
          <a:p>
            <a:r>
              <a:rPr lang="en-US" sz="2000" dirty="0"/>
              <a:t>USER</a:t>
            </a:r>
          </a:p>
          <a:p>
            <a:pPr marL="457200" indent="-457200">
              <a:buFontTx/>
              <a:buChar char="-"/>
            </a:pPr>
            <a:endParaRPr lang="en-US" sz="2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025380" y="393012"/>
            <a:ext cx="15599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77B362-16AA-B0FD-269B-E4AE8D2B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929" y="1664388"/>
            <a:ext cx="15918471" cy="8229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Frontend:</a:t>
            </a:r>
          </a:p>
          <a:p>
            <a:r>
              <a:rPr lang="en-IN" sz="2400" dirty="0"/>
              <a:t>HTML5.</a:t>
            </a:r>
          </a:p>
          <a:p>
            <a:r>
              <a:rPr lang="en-IN" sz="2400" dirty="0"/>
              <a:t>CSS3.</a:t>
            </a:r>
          </a:p>
          <a:p>
            <a:r>
              <a:rPr lang="en-IN" sz="2400" dirty="0"/>
              <a:t>JavaScript (ES6).</a:t>
            </a:r>
          </a:p>
          <a:p>
            <a:pPr marL="0" indent="0">
              <a:buNone/>
            </a:pPr>
            <a:r>
              <a:rPr lang="en-IN" sz="2800" b="1" dirty="0"/>
              <a:t>Backend:</a:t>
            </a:r>
          </a:p>
          <a:p>
            <a:r>
              <a:rPr lang="en-IN" sz="2400" dirty="0"/>
              <a:t>Java (Spring Boot).</a:t>
            </a:r>
          </a:p>
          <a:p>
            <a:pPr marL="0" indent="0">
              <a:buNone/>
            </a:pPr>
            <a:r>
              <a:rPr lang="en-IN" sz="2800" b="1" dirty="0"/>
              <a:t>Database:</a:t>
            </a:r>
          </a:p>
          <a:p>
            <a:r>
              <a:rPr lang="en-IN" sz="2400" dirty="0"/>
              <a:t>MySQL.</a:t>
            </a:r>
          </a:p>
          <a:p>
            <a:pPr marL="0" indent="0">
              <a:buNone/>
            </a:pPr>
            <a:r>
              <a:rPr lang="en-IN" sz="2800" b="1" dirty="0"/>
              <a:t>Tools:</a:t>
            </a:r>
          </a:p>
          <a:p>
            <a:r>
              <a:rPr lang="en-IN" sz="2400" dirty="0"/>
              <a:t>VS Code / Eclipse.</a:t>
            </a:r>
          </a:p>
          <a:p>
            <a:r>
              <a:rPr lang="en-IN" sz="2400" dirty="0"/>
              <a:t>Postman (API testing).</a:t>
            </a:r>
          </a:p>
          <a:p>
            <a:r>
              <a:rPr lang="en-IN" sz="2400" dirty="0"/>
              <a:t>Git (version control).</a:t>
            </a:r>
          </a:p>
          <a:p>
            <a:r>
              <a:rPr lang="en-IN" sz="2400" dirty="0"/>
              <a:t>XAMPP / Tomcat Server.</a:t>
            </a:r>
          </a:p>
          <a:p>
            <a:pPr marL="0" indent="0">
              <a:buNone/>
            </a:pPr>
            <a:r>
              <a:rPr lang="en-IN" sz="2400" b="1" dirty="0"/>
              <a:t>Hardware Requirements:</a:t>
            </a:r>
          </a:p>
          <a:p>
            <a:r>
              <a:rPr lang="en-IN" sz="2400" dirty="0"/>
              <a:t>Laptop/Desktop.</a:t>
            </a:r>
          </a:p>
          <a:p>
            <a:r>
              <a:rPr lang="en-IN" sz="2400" dirty="0"/>
              <a:t>Minimum 4GB RAM &amp; Internet connection.</a:t>
            </a:r>
          </a:p>
          <a:p>
            <a:pPr marL="0" indent="0">
              <a:buNone/>
            </a:pPr>
            <a:r>
              <a:rPr lang="en-IN" sz="2400" b="1" dirty="0"/>
              <a:t>Software Requirements:</a:t>
            </a:r>
          </a:p>
          <a:p>
            <a:r>
              <a:rPr lang="en-IN" sz="2400" dirty="0"/>
              <a:t>JDK 8 or MySQL Server.</a:t>
            </a:r>
          </a:p>
          <a:p>
            <a:r>
              <a:rPr lang="en-IN" sz="2400" dirty="0"/>
              <a:t>Web Browser.</a:t>
            </a:r>
          </a:p>
          <a:p>
            <a:r>
              <a:rPr lang="en-IN" sz="2400" dirty="0"/>
              <a:t>Operating System (Windows/Linux).</a:t>
            </a:r>
          </a:p>
          <a:p>
            <a:endParaRPr lang="en-IN" sz="2400" dirty="0"/>
          </a:p>
          <a:p>
            <a:endParaRPr lang="en-IN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15280" y="1900912"/>
            <a:ext cx="15394979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US" sz="2800" dirty="0"/>
              <a:t>This module allows users to create an account, log in, and manage their profile details. It ensures secure authentication so that only registered users can access the system.</a:t>
            </a:r>
            <a:endParaRPr lang="en-IN" sz="2800" b="1" dirty="0"/>
          </a:p>
          <a:p>
            <a:r>
              <a:rPr lang="en-IN" sz="2800" b="1" dirty="0"/>
              <a:t>Module 2: Core Processing</a:t>
            </a:r>
          </a:p>
          <a:p>
            <a:r>
              <a:rPr lang="en-US" sz="2800" dirty="0"/>
              <a:t>This module shows different membership plans such as Basic, Standard, and Premium. Users can select or change plans based on their needs, and the system controls access using tiered logic.</a:t>
            </a:r>
            <a:endParaRPr lang="en-IN" sz="2800" b="1" dirty="0"/>
          </a:p>
          <a:p>
            <a:r>
              <a:rPr lang="en-IN" sz="2800" b="1" dirty="0"/>
              <a:t>Module 3: Database Management</a:t>
            </a:r>
          </a:p>
          <a:p>
            <a:r>
              <a:rPr lang="en-US" sz="2800" dirty="0"/>
              <a:t>This module stores and manages all data such as user details, subscription plans, and membership validity. It ensures data is stored securely and can be retrieved easily when needed.</a:t>
            </a:r>
            <a:endParaRPr lang="en-IN" sz="2800" b="1" dirty="0"/>
          </a:p>
          <a:p>
            <a:r>
              <a:rPr lang="en-IN" sz="2800" b="1" dirty="0"/>
              <a:t>Module 4: Reporting &amp; Analytics</a:t>
            </a:r>
          </a:p>
          <a:p>
            <a:r>
              <a:rPr lang="en-US" sz="2800" dirty="0"/>
              <a:t>This module helps the admin monitor user subscriptions and view important information. It can display simple reports such as number of users and selected membership plans for better management.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3D2649-D389-3E6D-FDD6-65D77EEB9D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171" y="1497787"/>
            <a:ext cx="12268200" cy="47125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03AABC-92F2-E7D0-89C6-41045D3385D6}"/>
              </a:ext>
            </a:extLst>
          </p:cNvPr>
          <p:cNvSpPr txBox="1"/>
          <p:nvPr/>
        </p:nvSpPr>
        <p:spPr>
          <a:xfrm>
            <a:off x="2395171" y="7124700"/>
            <a:ext cx="132258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is a clean and modern </a:t>
            </a:r>
            <a:r>
              <a:rPr lang="en-US" sz="2800" b="1" dirty="0"/>
              <a:t>membership subscription page</a:t>
            </a:r>
            <a:r>
              <a:rPr lang="en-US" sz="2800" dirty="0"/>
              <a:t> where users can enter their details and select a plan (Free, Silver, Gold, Platinum).</a:t>
            </a:r>
          </a:p>
          <a:p>
            <a:br>
              <a:rPr lang="en-US" sz="2800" dirty="0"/>
            </a:br>
            <a:r>
              <a:rPr lang="en-US" sz="2800" dirty="0"/>
              <a:t>It provides an interactive UI with tier-based pricing and a subscribe option for dynamic user registration.</a:t>
            </a:r>
            <a:br>
              <a:rPr lang="en-US" sz="2800" dirty="0"/>
            </a:b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133E3-149E-0BD4-D4B3-B68A6026C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812" y="2076450"/>
            <a:ext cx="11558588" cy="4824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07B5FC-2EC9-7CAF-ADA8-E68123309EBB}"/>
              </a:ext>
            </a:extLst>
          </p:cNvPr>
          <p:cNvSpPr txBox="1"/>
          <p:nvPr/>
        </p:nvSpPr>
        <p:spPr>
          <a:xfrm>
            <a:off x="3452812" y="7553315"/>
            <a:ext cx="1132998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interface shows a user filling in details and selecting the </a:t>
            </a:r>
            <a:r>
              <a:rPr lang="en-US" sz="2800" b="1" dirty="0"/>
              <a:t>Platinum membership plan</a:t>
            </a:r>
            <a:r>
              <a:rPr lang="en-US" sz="2800" dirty="0"/>
              <a:t>, which is highlighted for clarity.</a:t>
            </a:r>
          </a:p>
          <a:p>
            <a:endParaRPr lang="en-US" sz="2800" dirty="0"/>
          </a:p>
          <a:p>
            <a:r>
              <a:rPr lang="en-US" sz="2800" dirty="0"/>
              <a:t>It demonstrates an interactive subscription system where users choose a tier and proceed with registration.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14EE6-8CCE-C481-B3CD-E671F9CBF4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245318"/>
            <a:ext cx="5943600" cy="45982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C1932-25E3-B0AF-1ED5-0002DFF65069}"/>
              </a:ext>
            </a:extLst>
          </p:cNvPr>
          <p:cNvSpPr txBox="1"/>
          <p:nvPr/>
        </p:nvSpPr>
        <p:spPr>
          <a:xfrm>
            <a:off x="2050268" y="5267420"/>
            <a:ext cx="1441391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premium tier provides full access to </a:t>
            </a:r>
            <a:r>
              <a:rPr lang="en-US" sz="2800" b="1" dirty="0"/>
              <a:t>all features</a:t>
            </a:r>
            <a:r>
              <a:rPr lang="en-US" sz="2800" dirty="0"/>
              <a:t> along with </a:t>
            </a:r>
            <a:r>
              <a:rPr lang="en-US" sz="2800" b="1" dirty="0"/>
              <a:t>priority support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This status ensures the user receives the fastest possible assistance and the most comprehensive toolset available.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1D5171-D63E-E8CA-64C4-C2F980192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26" y="2015465"/>
            <a:ext cx="11147074" cy="46616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5CC58C-4392-3A0E-93AC-BDC821B0668D}"/>
              </a:ext>
            </a:extLst>
          </p:cNvPr>
          <p:cNvSpPr txBox="1"/>
          <p:nvPr/>
        </p:nvSpPr>
        <p:spPr>
          <a:xfrm>
            <a:off x="2039349" y="6867860"/>
            <a:ext cx="152379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phpMyAdmin interface showing the results of a database query for a table named users. It contains four entries with columns for ID, name, email, and </a:t>
            </a:r>
            <a:r>
              <a:rPr lang="en-US" sz="2800" dirty="0" err="1"/>
              <a:t>tier_id</a:t>
            </a:r>
            <a:r>
              <a:rPr lang="en-US" sz="2800" dirty="0"/>
              <a:t>, including the user "</a:t>
            </a:r>
            <a:r>
              <a:rPr lang="en-US" sz="2800" dirty="0" err="1"/>
              <a:t>srinija</a:t>
            </a:r>
            <a:r>
              <a:rPr lang="en-US" sz="2800" dirty="0"/>
              <a:t>" seen previously. </a:t>
            </a:r>
          </a:p>
          <a:p>
            <a:endParaRPr lang="en-US" sz="2800" dirty="0"/>
          </a:p>
          <a:p>
            <a:r>
              <a:rPr lang="en-US" sz="2800" dirty="0"/>
              <a:t>The data reveals that different users are assigned specific numeric tiers, likely corresponding to their subscription levels like the Platinum plan.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980FBC69-3E18-412A-52FC-303901D1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535" y="2269670"/>
            <a:ext cx="13106400" cy="64552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/>
              <a:t>ADVANTAGES :</a:t>
            </a:r>
          </a:p>
          <a:p>
            <a:r>
              <a:rPr lang="en-US" sz="2400" dirty="0"/>
              <a:t>Reduces manual work by automating membership and subscription management.</a:t>
            </a:r>
          </a:p>
          <a:p>
            <a:r>
              <a:rPr lang="en-US" sz="2400" dirty="0"/>
              <a:t>Provides different membership levels (Basic, Standard, Premium) using tiered logic.</a:t>
            </a:r>
          </a:p>
          <a:p>
            <a:r>
              <a:rPr lang="en-US" sz="2400" dirty="0"/>
              <a:t>Improves accuracy in storing and managing user data.</a:t>
            </a:r>
          </a:p>
          <a:p>
            <a:r>
              <a:rPr lang="en-US" sz="2400" dirty="0"/>
              <a:t>Easy to use interface for both users and admin.</a:t>
            </a:r>
          </a:p>
          <a:p>
            <a:r>
              <a:rPr lang="en-US" sz="2400" dirty="0"/>
              <a:t>Saves time by automatically handling registration, login, and plan selection.</a:t>
            </a:r>
          </a:p>
          <a:p>
            <a:r>
              <a:rPr lang="en-US" sz="2400" dirty="0"/>
              <a:t>Helps businesses efficiently track subscription validity and renewals.</a:t>
            </a:r>
          </a:p>
          <a:p>
            <a:pPr marL="0" indent="0">
              <a:buNone/>
            </a:pPr>
            <a:r>
              <a:rPr lang="en-IN" sz="2800" b="1" dirty="0"/>
              <a:t>Limitations:</a:t>
            </a:r>
          </a:p>
          <a:p>
            <a:r>
              <a:rPr lang="en-US" sz="2400" dirty="0"/>
              <a:t>Requires internet connection to access the system.</a:t>
            </a:r>
          </a:p>
          <a:p>
            <a:r>
              <a:rPr lang="en-US" sz="2400" dirty="0"/>
              <a:t>Initial setup and configuration may take time.</a:t>
            </a:r>
          </a:p>
          <a:p>
            <a:r>
              <a:rPr lang="en-US" sz="2400" dirty="0"/>
              <a:t>Security depends on proper implementation of authentication methods.</a:t>
            </a:r>
          </a:p>
          <a:p>
            <a:r>
              <a:rPr lang="en-US" sz="2400" dirty="0"/>
              <a:t>Limited features in the basic version of the system.</a:t>
            </a:r>
          </a:p>
          <a:p>
            <a:r>
              <a:rPr lang="en-US" sz="2400" dirty="0"/>
              <a:t>Payment integration may need additional configuration.</a:t>
            </a:r>
          </a:p>
          <a:p>
            <a:r>
              <a:rPr lang="en-US" sz="2400" dirty="0"/>
              <a:t>System performance depends on server capacity.</a:t>
            </a:r>
          </a:p>
          <a:p>
            <a:r>
              <a:rPr lang="en-US" sz="2400"/>
              <a:t>Regular updates may be required to improve functionality.</a:t>
            </a:r>
            <a:endParaRPr lang="en-IN" sz="2400" b="1" dirty="0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55956C5D-D2FA-66E5-AED9-264A96C4E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255275"/>
            <a:ext cx="99305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1504</Words>
  <Application>Microsoft Office PowerPoint</Application>
  <PresentationFormat>Custom</PresentationFormat>
  <Paragraphs>362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Bookman Old Style</vt:lpstr>
      <vt:lpstr>Arial</vt:lpstr>
      <vt:lpstr>Calibri</vt:lpstr>
      <vt:lpstr>Times New Roman</vt:lpstr>
      <vt:lpstr>Cambria</vt:lpstr>
      <vt:lpstr>Gotham Bold Italics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Rayala Balapoojitha</dc:creator>
  <cp:lastModifiedBy>Rayala Balapoojitha</cp:lastModifiedBy>
  <cp:revision>12</cp:revision>
  <dcterms:created xsi:type="dcterms:W3CDTF">2006-08-16T00:00:00Z</dcterms:created>
  <dcterms:modified xsi:type="dcterms:W3CDTF">2026-03-25T06:07:57Z</dcterms:modified>
  <dc:identifier>DAHCaYqJ9OU</dc:identifier>
</cp:coreProperties>
</file>